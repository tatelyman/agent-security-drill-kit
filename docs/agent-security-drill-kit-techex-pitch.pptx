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a4f80309aa44dc" /><Relationship Type="http://schemas.openxmlformats.org/officeDocument/2006/relationships/extended-properties" Target="/docProps/app.xml" Id="Rfd38e1ade9774e7a" /><Relationship Type="http://schemas.openxmlformats.org/officeDocument/2006/relationships/officeDocument" Target="/ppt/presentation.xml" Id="R6ae4da7e58134a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d6b816b85c440c"/>
  </p:sldMasterIdLst>
  <p:notesMasterIdLst>
    <p:notesMasterId xmlns:r="http://schemas.openxmlformats.org/officeDocument/2006/relationships" r:id="R84a061247c7449b3"/>
  </p:notesMasterIdLst>
  <p:sldIdLst>
    <p:sldId xmlns:r="http://schemas.openxmlformats.org/officeDocument/2006/relationships" id="256" r:id="Refc1953d4f624242"/>
    <p:sldId xmlns:r="http://schemas.openxmlformats.org/officeDocument/2006/relationships" id="257" r:id="R5fc7da0bf4f14d9b"/>
    <p:sldId xmlns:r="http://schemas.openxmlformats.org/officeDocument/2006/relationships" id="258" r:id="Rbe93731a87d64144"/>
    <p:sldId xmlns:r="http://schemas.openxmlformats.org/officeDocument/2006/relationships" id="259" r:id="R725231b571f0499f"/>
    <p:sldId xmlns:r="http://schemas.openxmlformats.org/officeDocument/2006/relationships" id="260" r:id="R4eb1dd3b09394788"/>
    <p:sldId xmlns:r="http://schemas.openxmlformats.org/officeDocument/2006/relationships" id="261" r:id="R7700b43df0624f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6b816b85c440c" /><Relationship Type="http://schemas.openxmlformats.org/officeDocument/2006/relationships/theme" Target="/ppt/theme/theme1.xml" Id="Rd603364dbd9042f2" /><Relationship Type="http://schemas.openxmlformats.org/officeDocument/2006/relationships/notesMaster" Target="/ppt/notesMasters/notesMaster1.xml" Id="R84a061247c7449b3" /><Relationship Type="http://schemas.openxmlformats.org/officeDocument/2006/relationships/presProps" Target="/ppt/presProps.xml" Id="Rb90715d8f7534240" /><Relationship Type="http://schemas.openxmlformats.org/officeDocument/2006/relationships/viewProps" Target="/ppt/viewProps.xml" Id="R5d35bb2e2fef4135" /><Relationship Type="http://schemas.openxmlformats.org/officeDocument/2006/relationships/tableStyles" Target="/ppt/tableStyles.xml" Id="R79c313637ace4439" /><Relationship Type="http://schemas.openxmlformats.org/officeDocument/2006/relationships/slide" Target="/ppt/slides/slide1.xml" Id="Refc1953d4f624242" /><Relationship Type="http://schemas.openxmlformats.org/officeDocument/2006/relationships/slide" Target="/ppt/slides/slide2.xml" Id="R5fc7da0bf4f14d9b" /><Relationship Type="http://schemas.openxmlformats.org/officeDocument/2006/relationships/slide" Target="/ppt/slides/slide3.xml" Id="Rbe93731a87d64144" /><Relationship Type="http://schemas.openxmlformats.org/officeDocument/2006/relationships/slide" Target="/ppt/slides/slide4.xml" Id="R725231b571f0499f" /><Relationship Type="http://schemas.openxmlformats.org/officeDocument/2006/relationships/slide" Target="/ppt/slides/slide5.xml" Id="R4eb1dd3b09394788" /><Relationship Type="http://schemas.openxmlformats.org/officeDocument/2006/relationships/slide" Target="/ppt/slides/slide6.xml" Id="R7700b43df0624f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9d47712f9344d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db7738e7784845" /><Relationship Type="http://schemas.openxmlformats.org/officeDocument/2006/relationships/notesMaster" Target="/ppt/notesMasters/notesMaster1.xml" Id="Re8d094d0ba3747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13ea3a44d341d9" /><Relationship Type="http://schemas.openxmlformats.org/officeDocument/2006/relationships/notesMaster" Target="/ppt/notesMasters/notesMaster1.xml" Id="R87e1f7e4df584c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cdc70c57ce4648" /><Relationship Type="http://schemas.openxmlformats.org/officeDocument/2006/relationships/notesMaster" Target="/ppt/notesMasters/notesMaster1.xml" Id="Re1621a14df4c4a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60f5277f804655" /><Relationship Type="http://schemas.openxmlformats.org/officeDocument/2006/relationships/notesMaster" Target="/ppt/notesMasters/notesMaster1.xml" Id="Re92a5fc13e1646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be887257cf40fb" /><Relationship Type="http://schemas.openxmlformats.org/officeDocument/2006/relationships/notesMaster" Target="/ppt/notesMasters/notesMaster1.xml" Id="Rbb32baab4b8a41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b8e47096374566" /><Relationship Type="http://schemas.openxmlformats.org/officeDocument/2006/relationships/notesMaster" Target="/ppt/notesMasters/notesMaster1.xml" Id="R392722879eda49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652dfb997d46f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85ad7fbe67d40bf" /><Relationship Type="http://schemas.openxmlformats.org/officeDocument/2006/relationships/slideLayout" Target="/ppt/slideLayouts/slideLayout2.xml" Id="R20f052fa514643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f052fa514643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38e1c0de5547ee" /><Relationship Type="http://schemas.openxmlformats.org/officeDocument/2006/relationships/notesSlide" Target="/ppt/notesSlides/notesSlide1.xml" Id="R2ff847137f9647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1a5320588748f6" /><Relationship Type="http://schemas.openxmlformats.org/officeDocument/2006/relationships/notesSlide" Target="/ppt/notesSlides/notesSlide2.xml" Id="R9f2f41afe4b246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71818b96094057" /><Relationship Type="http://schemas.openxmlformats.org/officeDocument/2006/relationships/notesSlide" Target="/ppt/notesSlides/notesSlide3.xml" Id="Rb5a3d454ae4844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c139b5dccf4bc6" /><Relationship Type="http://schemas.openxmlformats.org/officeDocument/2006/relationships/notesSlide" Target="/ppt/notesSlides/notesSlide4.xml" Id="R88533861e4d54d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e9c0e58d464261" /><Relationship Type="http://schemas.openxmlformats.org/officeDocument/2006/relationships/notesSlide" Target="/ppt/notesSlides/notesSlide5.xml" Id="R0c2076cfb8a54a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a5988452754ad8" /><Relationship Type="http://schemas.openxmlformats.org/officeDocument/2006/relationships/notesSlide" Target="/ppt/notesSlides/notesSlide6.xml" Id="R78e7e38b76d64e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867D54-B09B-4A99-80EF-C0CDE40D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07E79-7DC0-4DB5-BD6B-C7C5BA08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13"/>
          </a:solidFill>
          <a:ln xmlns:a="http://schemas.openxmlformats.org/drawingml/2006/main" w="9525">
            <a:solidFill>
              <a:srgbClr val="3159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34D7E-9579-4BA1-8D66-69233016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A59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8BA59B"/>
                </a:solidFill>
                <a:latin typeface="Aptos Mono"/>
                <a:ea typeface="Aptos Mono"/>
                <a:cs typeface="Aptos Mono"/>
              </a:rPr>
              <a:t>tate@programs ~/agent-security-drill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54E69-99F3-4D09-BEAB-10D10E2A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rPr>
              <a:t>AGENT SECURITY / TRUST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E1B57-FC41-4CFC-AD29-5BB15880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742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Agent Security Drill Kit: Trust Evidence Console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D50FF-9EA9-4B8D-A9D1-BBCEC6AD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619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A local workbench that turns an agent demo into reviewable proof: policy, risky-action boundaries, prompt-injection drills, audit trails, A2A identity, Gemini drill prompts, and the next patch queue.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6D6A8-E440-405B-AC10-3C90626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E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06415-A74F-4C30-BB5A-471D0F42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rPr>
              <a:t>local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F2224-3176-4746-98A7-2C5D5C86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24250"/>
            <a:ext cx="125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E"/>
          </a:solidFill>
          <a:ln xmlns:a="http://schemas.openxmlformats.org/drawingml/2006/main" w="9525">
            <a:solidFill>
              <a:srgbClr val="66B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153A9-8FF8-4E73-A4EF-2F8ADF21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0045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8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6B8FF"/>
                </a:solidFill>
                <a:latin typeface="Aptos Mono"/>
                <a:ea typeface="Aptos Mono"/>
                <a:cs typeface="Aptos Mono"/>
              </a:rPr>
              <a:t>no 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6C75A-D0D8-4F0A-A080-BD02B19F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E"/>
          </a:solidFill>
          <a:ln xmlns:a="http://schemas.openxmlformats.org/drawingml/2006/main" w="9525">
            <a:solidFill>
              <a:srgbClr val="F6C4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56FAC-A987-4DDB-A03E-D171A03B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0045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C44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6C44F"/>
                </a:solidFill>
                <a:latin typeface="Aptos Mono"/>
                <a:ea typeface="Aptos Mono"/>
                <a:cs typeface="Aptos Mono"/>
              </a:rPr>
              <a:t>evidence export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D05A1-E3BC-4286-9413-277F90A3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242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E"/>
          </a:solidFill>
          <a:ln xmlns:a="http://schemas.openxmlformats.org/drawingml/2006/main" w="9525">
            <a:solidFill>
              <a:srgbClr val="FF6B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D0CA3-0578-4CED-9A2C-1A795F85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0045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6B3D"/>
                </a:solidFill>
                <a:latin typeface="Aptos Mono"/>
                <a:ea typeface="Aptos Mono"/>
                <a:cs typeface="Aptos Mono"/>
              </a:rPr>
              <a:t>enterprise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F1D32-59FF-4432-9910-E8C9F506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81100"/>
            <a:ext cx="37147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8"/>
          </a:solidFill>
          <a:ln xmlns:a="http://schemas.openxmlformats.org/drawingml/2006/main" w="9525">
            <a:solidFill>
              <a:srgbClr val="3159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3CAFB-88A0-4FCA-82C1-C52E79DD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90650"/>
            <a:ext cx="32956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$ drill agent-runtime</a:t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policy: deny + human_review</a:t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tools: read/write/spend boundaries</a:t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threats: injection + exfiltration</a:t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audit: receipts + replayable trace</a:t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export: pack + fix queue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5D45A-97AB-43FD-B0FD-E92ADFB7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48250"/>
            <a:ext cx="371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A59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8BA59B"/>
                </a:solidFill>
                <a:latin typeface="Aptos Mono"/>
                <a:ea typeface="Aptos Mono"/>
                <a:cs typeface="Aptos Mono"/>
              </a:rPr>
              <a:t>Live app: tateprograms.com/agent-security-drill.html</a:t>
            </a:r>
          </a:p>
          <a:p xmlns:a="http://schemas.openxmlformats.org/drawingml/2006/main">
            <a:pPr algn="l">
              <a:defRPr sz="1200" b="0">
                <a:solidFill>
                  <a:srgbClr val="8BA59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8BA59B"/>
                </a:solidFill>
                <a:latin typeface="Aptos Mono"/>
                <a:ea typeface="Aptos Mono"/>
                <a:cs typeface="Aptos Mono"/>
              </a:rPr>
              <a:t>Repo: github.com/TateLyman/agent-security-drill-kit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6B6EC-6DD4-4FFB-966B-F69A0104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A59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8BA59B"/>
                </a:solidFill>
                <a:latin typeface="Aptos Mono"/>
                <a:ea typeface="Aptos Mono"/>
                <a:cs typeface="Aptos Mono"/>
              </a:rPr>
              <a:t>TechEx / lablab active build | 1/6</a:t>
            </a:r>
          </a:p>
        </p:txBody>
      </p:sp>
    </p:spTree>
    <p:extLst>
      <p:ext uri="{BB962C8B-B14F-4D97-AF65-F5344CB8AC3E}">
        <p14:creationId xmlns:p14="http://schemas.microsoft.com/office/powerpoint/2010/main" val="5341061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888BEA-462B-400C-9B8E-1AB9EC23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8FDFE-77CC-4793-9888-365375FC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13"/>
          </a:solidFill>
          <a:ln xmlns:a="http://schemas.openxmlformats.org/drawingml/2006/main" w="9525">
            <a:solidFill>
              <a:srgbClr val="3159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18B7B-433E-45BD-AC15-870C5BDC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A59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8BA59B"/>
                </a:solidFill>
                <a:latin typeface="Aptos Mono"/>
                <a:ea typeface="Aptos Mono"/>
                <a:cs typeface="Aptos Mono"/>
              </a:rPr>
              <a:t>tate@programs ~/agent-security-drill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13EBF-C04A-4928-A753-3A5A2376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322AF-DC3C-42EC-B953-03F401F4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742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Agent capability is common. Reviewable control evidence is scarce.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27C45-9AB2-426E-803B-38E5ACC4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Enterprise buyers and judges are not only asking whether an agent completes a task. They ask what it can touch, what it must deny, who reviews risky work, and what survives in the audit trail.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F4B9A-3672-40D4-A268-2551E942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A"/>
          </a:solidFill>
          <a:ln xmlns:a="http://schemas.openxmlformats.org/drawingml/2006/main" w="11430">
            <a:solidFill>
              <a:srgbClr val="FF6B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A7F22-D5B8-4ADF-9BF2-42E54B4E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Prompt override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4E9C7-F2B9-4A2E-84DD-C68FCC6A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228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Can the demo prove it blocks system-prompt extraction, hidden payloads, and instruction override?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9D9E4-9CBF-41E9-B294-34F0D5A6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433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A"/>
          </a:solidFill>
          <a:ln xmlns:a="http://schemas.openxmlformats.org/drawingml/2006/main" w="11430">
            <a:solidFill>
              <a:srgbClr val="66B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25C83-D926-4529-B7BC-CD77487D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147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Tool boundaries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962A9-CF1F-4152-AA7D-FA01080C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95750"/>
            <a:ext cx="2228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Are read, write, network, filesystem, payment, and destructive actions scoped before the agent runs?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01749-4A53-4FF3-94B4-B81AEA37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A"/>
          </a:solidFill>
          <a:ln xmlns:a="http://schemas.openxmlformats.org/drawingml/2006/main" w="11430">
            <a:solidFill>
              <a:srgbClr val="F6C4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0EED9-750A-4937-A029-61A30F7D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Audit receipts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F68B5-3188-4161-96AF-3726E61F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28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Does every allow, deny, review, and tool action leave a trace that can be inspected later?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2FCBB-9C70-4649-94E1-5D9D2D5C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433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A"/>
          </a:solidFill>
          <a:ln xmlns:a="http://schemas.openxmlformats.org/drawingml/2006/main" w="11430">
            <a:solidFill>
              <a:srgbClr val="39D9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082A5-CBA4-46F0-9274-20682797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147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Buyer handoff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53CD7-8828-424D-8E74-D6EDBCDB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95750"/>
            <a:ext cx="2228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Can the team export a concise proof pack instead of asking reviewers to infer trust from a demo?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F84AB-6EA2-477A-A1D2-2E9E069C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A59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8BA59B"/>
                </a:solidFill>
                <a:latin typeface="Aptos Mono"/>
                <a:ea typeface="Aptos Mono"/>
                <a:cs typeface="Aptos Mono"/>
              </a:rPr>
              <a:t>TechEx / lablab active build | 2/6</a:t>
            </a:r>
          </a:p>
        </p:txBody>
      </p:sp>
    </p:spTree>
    <p:extLst>
      <p:ext uri="{BB962C8B-B14F-4D97-AF65-F5344CB8AC3E}">
        <p14:creationId xmlns:p14="http://schemas.microsoft.com/office/powerpoint/2010/main" val="18935176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1CEAD0-31FD-4EA6-B605-15A4FC1E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AB48B-CBE1-403D-ACA4-ED6A1693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13"/>
          </a:solidFill>
          <a:ln xmlns:a="http://schemas.openxmlformats.org/drawingml/2006/main" w="9525">
            <a:solidFill>
              <a:srgbClr val="3159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660DC-5560-45C0-8260-C317AA09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A59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8BA59B"/>
                </a:solidFill>
                <a:latin typeface="Aptos Mono"/>
                <a:ea typeface="Aptos Mono"/>
                <a:cs typeface="Aptos Mono"/>
              </a:rPr>
              <a:t>tate@programs ~/agent-security-drill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6357F-D995-42AD-98D1-B6ECB708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rPr>
              <a:t>PRODUCT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895A8-3125-42BE-ADEF-CC87EF4D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742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Load evidence. Score controls. Export proof.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672A0-1770-47DE-A6DB-14A54DA0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238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A"/>
          </a:solidFill>
          <a:ln xmlns:a="http://schemas.openxmlformats.org/drawingml/2006/main" w="11430">
            <a:solidFill>
              <a:srgbClr val="66B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EC64F-A761-47E3-96DF-59D3B8A1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1. 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6136E-3CA8-4797-93BD-B6EDCBEB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038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Folder upload or pasted README, policy YAML, middleware, tests, schemas, and demo notes. Analysis stays in the browser.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83B71-53EB-4198-86BA-72B9D858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238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A"/>
          </a:solidFill>
          <a:ln xmlns:a="http://schemas.openxmlformats.org/drawingml/2006/main" w="11430">
            <a:solidFill>
              <a:srgbClr val="F6C4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F1061-5C60-4404-8493-89878721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2.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BC82C-5CAA-449C-8C93-69B7DB01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33750"/>
            <a:ext cx="2038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Detect policy actions, prompt-injection drills, egress handling, tool scopes, audit logs, tests, CI, docs, A2A, and Gemini safety.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BFCBE-C37C-4B37-B177-A43538C0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238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A"/>
          </a:solidFill>
          <a:ln xmlns:a="http://schemas.openxmlformats.org/drawingml/2006/main" w="11430">
            <a:solidFill>
              <a:srgbClr val="FF6B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9F9F9-44D0-486C-948B-39D68795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3. Prioritize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BE8F85-0F54-442A-A82B-3732BD26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33750"/>
            <a:ext cx="2038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Group findings and generate a fix queue that points to missing launch controls rather than generic advice.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C7D13-694A-4FA0-8B36-7526BCA4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238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A"/>
          </a:solidFill>
          <a:ln xmlns:a="http://schemas.openxmlformats.org/drawingml/2006/main" w="11430">
            <a:solidFill>
              <a:srgbClr val="39D9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FA81D5-80CC-4AF9-A07C-DF20780D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527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4. Export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94C66-0B9F-4D9D-A093-A366D471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33750"/>
            <a:ext cx="2038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Copy or download the evidence pack: policy starter, A2A Agent Card, audit schema, drill prompt, and submission summary.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E7730-391D-40AA-8AE4-DCB6DC64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2005B-E884-4E24-8043-8CDC4E4D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623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81C84-B213-411A-AED9-415571C0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52B1B-2F91-4239-9170-CA44B166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623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4D199-E34B-4216-8BDB-156F606C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195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8631AF-66DA-433F-BE88-EDC38071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623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007C89-6B9D-4F86-8E26-3C5AA4D6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Technical boundary: this is a launch-readiness and evidence-preparation tool, not authorization to test third-party systems.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230026-7CF8-4A7B-BDC7-ECCD9FF7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A59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8BA59B"/>
                </a:solidFill>
                <a:latin typeface="Aptos Mono"/>
                <a:ea typeface="Aptos Mono"/>
                <a:cs typeface="Aptos Mono"/>
              </a:rPr>
              <a:t>TechEx / lablab active build | 3/6</a:t>
            </a:r>
          </a:p>
        </p:txBody>
      </p:sp>
    </p:spTree>
    <p:extLst>
      <p:ext uri="{BB962C8B-B14F-4D97-AF65-F5344CB8AC3E}">
        <p14:creationId xmlns:p14="http://schemas.microsoft.com/office/powerpoint/2010/main" val="7703520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7510BD-4CDF-41FB-AFAB-84A70691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271B9-57EB-4669-B26D-EED05B4D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13"/>
          </a:solidFill>
          <a:ln xmlns:a="http://schemas.openxmlformats.org/drawingml/2006/main" w="9525">
            <a:solidFill>
              <a:srgbClr val="3159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FFDAE-81B6-4814-BEE6-68763665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A59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8BA59B"/>
                </a:solidFill>
                <a:latin typeface="Aptos Mono"/>
                <a:ea typeface="Aptos Mono"/>
                <a:cs typeface="Aptos Mono"/>
              </a:rPr>
              <a:t>tate@programs ~/agent-security-drill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71DFC-CF84-4999-8D12-529DEC5F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rPr>
              <a:t>EVIDENCE PACK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95AF1-AFC3-4F75-9951-C0BAAE56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742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The output is a review packet, not just a score.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4FDF4-2A79-481D-B7C7-22CCFC7A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46863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8"/>
          </a:solidFill>
          <a:ln xmlns:a="http://schemas.openxmlformats.org/drawingml/2006/main" w="9525">
            <a:solidFill>
              <a:srgbClr val="3159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3D337-E24D-4C05-BC2D-FBB1F919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42672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agent-security-evidence-pack.md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- readiness score + grouped signals</a:t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- Lobster Trap-style policy starter</a:t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- A2A-style Agent Card starter</a:t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- audit-event schema</a:t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- Gemini / AI Studio drill prompt</a:t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- prioritized fix backlog</a:t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- submission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C1842-9F98-4E28-8C0B-1D03EAA4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2667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A"/>
          </a:solidFill>
          <a:ln xmlns:a="http://schemas.openxmlformats.org/drawingml/2006/main" w="11430">
            <a:solidFill>
              <a:srgbClr val="66B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1005C-EBD3-4BB9-897D-CE0A9936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4795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Safe demo fixture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4D1FA-71F4-4610-81E9-05D52C76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2324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The repo includes a fictional support-agent project using dry-run mode, localhost, example.invalid, and no real credentials.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AFF20-C73E-4D27-BE86-AFEF53CA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76500"/>
            <a:ext cx="2667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A"/>
          </a:solidFill>
          <a:ln xmlns:a="http://schemas.openxmlformats.org/drawingml/2006/main" w="11430">
            <a:solidFill>
              <a:srgbClr val="F6C4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28F81-ADBE-47B0-B47E-5D80007A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Reviewer language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CADA7-DBFC-48A7-A8D3-12D6505C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28950"/>
            <a:ext cx="2324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Every export is written for a judge, buyer, sponsor, or security reviewer who needs concrete evidence fast.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F3331-B6CD-4503-BA49-534BD881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48150"/>
            <a:ext cx="2667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A"/>
          </a:solidFill>
          <a:ln xmlns:a="http://schemas.openxmlformats.org/drawingml/2006/main" w="11430">
            <a:solidFill>
              <a:srgbClr val="FF6B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2223E-063B-4BFD-81BA-2FACEFBC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1960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Patch order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C1A71-B2C3-45F1-B96B-3D9F27BA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00600"/>
            <a:ext cx="2324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The fix queue turns weak controls into a concrete implementation backlog for the next sprint.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AA337A-5E44-4223-8B9D-F76E1E9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48150"/>
            <a:ext cx="2667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A"/>
          </a:solidFill>
          <a:ln xmlns:a="http://schemas.openxmlformats.org/drawingml/2006/main" w="11430">
            <a:solidFill>
              <a:srgbClr val="39D9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43074-7101-401B-81A0-50E67AD1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1960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No upload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940E3-C3B9-4619-967E-934656DB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00600"/>
            <a:ext cx="2324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The scanner runs locally in the browser, so repo contents do not need to leave the builder machine.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C7EE3B-0FA9-4DE2-9832-1AB376F4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A59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8BA59B"/>
                </a:solidFill>
                <a:latin typeface="Aptos Mono"/>
                <a:ea typeface="Aptos Mono"/>
                <a:cs typeface="Aptos Mono"/>
              </a:rPr>
              <a:t>TechEx / lablab active build | 4/6</a:t>
            </a:r>
          </a:p>
        </p:txBody>
      </p:sp>
    </p:spTree>
    <p:extLst>
      <p:ext uri="{BB962C8B-B14F-4D97-AF65-F5344CB8AC3E}">
        <p14:creationId xmlns:p14="http://schemas.microsoft.com/office/powerpoint/2010/main" val="14884395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6A8D97-7C3D-43AD-8BEB-711B50B6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210EC-6269-4E6C-BE04-69B2CE10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13"/>
          </a:solidFill>
          <a:ln xmlns:a="http://schemas.openxmlformats.org/drawingml/2006/main" w="9525">
            <a:solidFill>
              <a:srgbClr val="3159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531D7-14CA-4BCA-9E9E-C9E8ED56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A59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8BA59B"/>
                </a:solidFill>
                <a:latin typeface="Aptos Mono"/>
                <a:ea typeface="Aptos Mono"/>
                <a:cs typeface="Aptos Mono"/>
              </a:rPr>
              <a:t>tate@programs ~/agent-security-drill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8B94A-F3D7-41DD-96E1-37FDBC0F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rPr>
              <a:t>TRACK 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27C0E-AFC9-42F6-A44E-1BBA775B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742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Built for TechEx judging.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62709-6C0E-4B98-ADD6-C7944DDE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The deck maps directly to the public criteria: application of technology, presentation, business value, and originality.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D7150-E81E-4725-AA14-4F3E7BE2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2476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A"/>
          </a:solidFill>
          <a:ln xmlns:a="http://schemas.openxmlformats.org/drawingml/2006/main" w="11430">
            <a:solidFill>
              <a:srgbClr val="66B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0CA33-C2CE-4AE6-B043-145F3966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Application of Technology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EA22D-4F39-420B-B4B8-70B4CDB8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213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Browser File API, local scoring, policy detection, audit schema export, A2A identity starter, and Gemini drill prompt.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855AC-7C7D-4D0F-B21D-DC789EAE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33700"/>
            <a:ext cx="2476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A"/>
          </a:solidFill>
          <a:ln xmlns:a="http://schemas.openxmlformats.org/drawingml/2006/main" w="11430">
            <a:solidFill>
              <a:srgbClr val="F6C4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F2AAA-38D9-4C3B-9071-6CE5E9B4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051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Presentation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FD103-005F-4866-8F80-CA45E06C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86150"/>
            <a:ext cx="213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A 90-second demo can show a safe fixture, score, fix queue, and evidence export without relying on live private systems.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60864-6D3F-4B18-A492-A6D2AC32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33700"/>
            <a:ext cx="2476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A"/>
          </a:solidFill>
          <a:ln xmlns:a="http://schemas.openxmlformats.org/drawingml/2006/main" w="11430">
            <a:solidFill>
              <a:srgbClr val="FF6B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0DB11-505B-4FE5-BCDB-99D4DE57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Business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AF4DE-978C-410A-91FB-27C9F077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86150"/>
            <a:ext cx="213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Paid launch reviews, repository checks, and lightweight governance workflows for teams preparing enterprise agent pilots.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C2331-2298-4AF7-805D-DD0CE498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33700"/>
            <a:ext cx="2476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A"/>
          </a:solidFill>
          <a:ln xmlns:a="http://schemas.openxmlformats.org/drawingml/2006/main" w="11430">
            <a:solidFill>
              <a:srgbClr val="39D9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53328-B016-4CE9-B4A8-4349DDB4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051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Originality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A6B99E-FA16-4237-8870-B5F80484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86150"/>
            <a:ext cx="213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BA5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BA59B"/>
                </a:solidFill>
                <a:latin typeface="Aptos"/>
                <a:ea typeface="Aptos"/>
                <a:cs typeface="Aptos"/>
              </a:rPr>
              <a:t>Most demos show what the agent can do. This shows what makes the agent reviewable enough to trust.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09A28-C715-4361-91E2-883BF779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Strongest frame for judges: enterprise agent adoption needs inspectable trust evidence before capability turns into deployment.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D6F40E-6BA4-472B-B683-CB705F79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A59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8BA59B"/>
                </a:solidFill>
                <a:latin typeface="Aptos Mono"/>
                <a:ea typeface="Aptos Mono"/>
                <a:cs typeface="Aptos Mono"/>
              </a:rPr>
              <a:t>TechEx / lablab active build | 5/6</a:t>
            </a:r>
          </a:p>
        </p:txBody>
      </p:sp>
    </p:spTree>
    <p:extLst>
      <p:ext uri="{BB962C8B-B14F-4D97-AF65-F5344CB8AC3E}">
        <p14:creationId xmlns:p14="http://schemas.microsoft.com/office/powerpoint/2010/main" val="5901938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01DF11-AFCD-4BC6-9E15-92CC1CAA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B02EA-827B-493D-AD0C-B6B4D302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13"/>
          </a:solidFill>
          <a:ln xmlns:a="http://schemas.openxmlformats.org/drawingml/2006/main" w="9525">
            <a:solidFill>
              <a:srgbClr val="3159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18398-ECB5-4857-84BA-F59BC151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A59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8BA59B"/>
                </a:solidFill>
                <a:latin typeface="Aptos Mono"/>
                <a:ea typeface="Aptos Mono"/>
                <a:cs typeface="Aptos Mono"/>
              </a:rPr>
              <a:t>tate@programs ~/agent-security-drill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987AD-7C1A-4B23-A8AD-4ED2D64E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rPr>
              <a:t>SUBMISSION 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8EA6D-C3A9-43D7-875D-D07DE696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742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EF8F2"/>
                </a:solidFill>
                <a:latin typeface="Aptos Display"/>
                <a:ea typeface="Aptos Display"/>
                <a:cs typeface="Aptos Display"/>
              </a:rPr>
              <a:t>Ready to submit after final video upload.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7718E-88CE-4BC0-8E24-7E592AD4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390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8"/>
          </a:solidFill>
          <a:ln xmlns:a="http://schemas.openxmlformats.org/drawingml/2006/main" w="9525">
            <a:solidFill>
              <a:srgbClr val="3159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1ABDA-5646-4DA7-AC4E-7F31BBF6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4861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$ submission assets</a:t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[x] live app</a:t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[x] public repository</a:t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[x] cover image</a:t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[x] safe fixture</a:t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[x] field copy</a:t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[x] judge brief</a:t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[x] pitch deck</a:t>
            </a:r>
          </a:p>
          <a:p xmlns:a="http://schemas.openxmlformats.org/drawingml/2006/main">
            <a:pPr algn="l">
              <a:def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EF8F2"/>
                </a:solidFill>
                <a:latin typeface="Aptos Mono"/>
                <a:ea typeface="Aptos Mono"/>
                <a:cs typeface="Aptos Mono"/>
              </a:rPr>
              <a:t>[ ] recorded demo video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C7B6D-A756-4B08-9D32-867939D1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6B3D"/>
                </a:solidFill>
                <a:latin typeface="Aptos Display"/>
                <a:ea typeface="Aptos Display"/>
                <a:cs typeface="Aptos Display"/>
              </a:rPr>
              <a:t>Manual step left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9FAD2-609B-40D8-8F15-ABC2F2EE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7655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EF8F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EF8F2"/>
                </a:solidFill>
                <a:latin typeface="Aptos"/>
                <a:ea typeface="Aptos"/>
                <a:cs typeface="Aptos"/>
              </a:rPr>
              <a:t>Record or upload the 90-second walkthrough, then submit the lablab project page with the app URL, repo URL, cover image, and this slide deck.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861FC-D99F-4204-A0B2-303CB475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95750"/>
            <a:ext cx="426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E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63D70-1A69-4ABA-B879-F2C0D63E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71950"/>
            <a:ext cx="403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rPr>
              <a:t>app: tateprograms.com/agent-security-drill.html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5D689-2807-49D1-8481-4F1071D2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91050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E"/>
          </a:solidFill>
          <a:ln xmlns:a="http://schemas.openxmlformats.org/drawingml/2006/main" w="9525">
            <a:solidFill>
              <a:srgbClr val="66B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AEFD4-BA06-4771-9BC1-0A499E56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67250"/>
            <a:ext cx="453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8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6B8FF"/>
                </a:solidFill>
                <a:latin typeface="Aptos Mono"/>
                <a:ea typeface="Aptos Mono"/>
                <a:cs typeface="Aptos Mono"/>
              </a:rPr>
              <a:t>repo: github.com/TateLyman/agent-security-drill-kit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56EAA-4F13-43DC-AC96-017361D2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86350"/>
            <a:ext cx="325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E"/>
          </a:solidFill>
          <a:ln xmlns:a="http://schemas.openxmlformats.org/drawingml/2006/main" w="9525">
            <a:solidFill>
              <a:srgbClr val="F6C4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3286E-D5A0-419D-9E99-9A1D9FCB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625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C44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6C44F"/>
                </a:solidFill>
                <a:latin typeface="Aptos Mono"/>
                <a:ea typeface="Aptos Mono"/>
                <a:cs typeface="Aptos Mono"/>
              </a:rPr>
              <a:t>contact: hello@tateprograms.com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7AAD3-D084-4497-9C7C-4690C410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A59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8BA59B"/>
                </a:solidFill>
                <a:latin typeface="Aptos Mono"/>
                <a:ea typeface="Aptos Mono"/>
                <a:cs typeface="Aptos Mono"/>
              </a:rPr>
              <a:t>TechEx / lablab active build | 6/6</a:t>
            </a:r>
          </a:p>
        </p:txBody>
      </p:sp>
    </p:spTree>
    <p:extLst>
      <p:ext uri="{BB962C8B-B14F-4D97-AF65-F5344CB8AC3E}">
        <p14:creationId xmlns:p14="http://schemas.microsoft.com/office/powerpoint/2010/main" val="4744657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2026-05-12T01:53:14.8010000Z</dcterms:created>
  <dcterms:modified xsi:type="dcterms:W3CDTF">2026-05-12T01:53:14.8010000Z</dcterms:modified>
</coreProperties>
</file>